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g_2_5_evidence_lad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g_2_6_random_sampling_vs_assign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g_2_7_operational_definition_reliability_valid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g_2_8_type_i_type_ii_error_matrix_a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